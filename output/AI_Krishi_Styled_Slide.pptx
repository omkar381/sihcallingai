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5"/>
                </a:solidFill>
              </a:defRPr>
            </a:pPr>
            <a:r>
              <a:t>TECHNICAL APPROACH — AI Krishi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199" y="2240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NLP / NLU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097280"/>
            <a:ext cx="1097280" cy="10972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39" y="2240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OCR &amp; STT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97280"/>
            <a:ext cx="1097280" cy="10972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2240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Web Frameworks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1097280" cy="109728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2240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1097280" cy="10972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240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ML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194560"/>
            <a:ext cx="1828800" cy="54864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Ingest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468880.0"/>
            <a:ext cx="1828800" cy="0.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880360" y="2194560"/>
            <a:ext cx="1828800" cy="54864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Transcribe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09160" y="2468880.0"/>
            <a:ext cx="1828800" cy="0.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846320" y="2194560"/>
            <a:ext cx="1828800" cy="54864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Intent &amp; NLU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" y="2468880.0"/>
            <a:ext cx="1828800" cy="0.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12280" y="2194560"/>
            <a:ext cx="1828800" cy="54864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Domain Services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2468880.0"/>
            <a:ext cx="1828800" cy="0.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778240" y="2194560"/>
            <a:ext cx="1828800" cy="54864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ML / Predictions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07040" y="2468880.0"/>
            <a:ext cx="1828800" cy="0.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744200" y="2194560"/>
            <a:ext cx="1828800" cy="54864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3474720"/>
            <a:ext cx="4206240" cy="457200"/>
          </a:xfrm>
          <a:prstGeom prst="rect">
            <a:avLst/>
          </a:prstGeom>
          <a:solidFill>
            <a:srgbClr val="F5F5FA"/>
          </a:solidFill>
          <a:ln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Interface Layer: multi-channel ingress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041648"/>
            <a:ext cx="4206240" cy="457200"/>
          </a:xfrm>
          <a:prstGeom prst="rect">
            <a:avLst/>
          </a:prstGeom>
          <a:solidFill>
            <a:srgbClr val="F5F5FA"/>
          </a:solidFill>
          <a:ln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API &amp; Orchestration: gateway, 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4608576"/>
            <a:ext cx="4206240" cy="457200"/>
          </a:xfrm>
          <a:prstGeom prst="rect">
            <a:avLst/>
          </a:prstGeom>
          <a:solidFill>
            <a:srgbClr val="F5F5FA"/>
          </a:solidFill>
          <a:ln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Domain Services: marketplace, auction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5175504"/>
            <a:ext cx="4206240" cy="457200"/>
          </a:xfrm>
          <a:prstGeom prst="rect">
            <a:avLst/>
          </a:prstGeom>
          <a:solidFill>
            <a:srgbClr val="F5F5FA"/>
          </a:solidFill>
          <a:ln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ML Inference: model serving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5742432"/>
            <a:ext cx="4206240" cy="457200"/>
          </a:xfrm>
          <a:prstGeom prst="rect">
            <a:avLst/>
          </a:prstGeom>
          <a:solidFill>
            <a:srgbClr val="F5F5FA"/>
          </a:solidFill>
          <a:ln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Data Layer: RDBMS,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Example: Farmer calls → system transcribes → predicts &amp; replies by voice, updates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