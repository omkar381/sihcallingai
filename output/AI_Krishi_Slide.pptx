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Krishi — Voice‑Enabled Agricultural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Enterprise architecture summary — single‑slide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4114800" cy="4572000"/>
          </a:xfrm>
          <a:prstGeom prst="rect">
            <a:avLst/>
          </a:prstGeom>
          <a:noFill/>
        </p:spPr>
        <p:txBody>
          <a:bodyPr wrap="none" lIns="73152" tIns="54864">
            <a:spAutoFit/>
          </a:bodyPr>
          <a:lstStyle/>
          <a:p>
            <a:pPr>
              <a:defRPr sz="1800" b="1">
                <a:solidFill>
                  <a:srgbClr val="00468C"/>
                </a:solidFill>
              </a:defRPr>
            </a:pPr>
            <a:r>
              <a:t>Technologies</a:t>
            </a:r>
          </a:p>
          <a:p>
            <a:pPr lvl="1">
              <a:defRPr sz="1200"/>
            </a:pPr>
            <a:r>
              <a:t>• Cloud &amp; Infra: Managed cloud, containers, orchestration</a:t>
            </a:r>
          </a:p>
          <a:p>
            <a:pPr lvl="1">
              <a:defRPr sz="1200"/>
            </a:pPr>
            <a:r>
              <a:t>• Data: Relational DB, cache, object storage</a:t>
            </a:r>
          </a:p>
          <a:p>
            <a:pPr lvl="1">
              <a:defRPr sz="1200"/>
            </a:pPr>
            <a:r>
              <a:t>• Messaging: Kafka/RabbitMQ for async flows</a:t>
            </a:r>
          </a:p>
          <a:p>
            <a:pPr lvl="1">
              <a:defRPr sz="1200"/>
            </a:pPr>
            <a:r>
              <a:t>• ML Platform: model serving, registry, monitoring</a:t>
            </a:r>
          </a:p>
          <a:p>
            <a:pPr lvl="1">
              <a:defRPr sz="1200"/>
            </a:pPr>
            <a:r>
              <a:t>• Speech &amp; NLU: enterprise STT/TTS and dialog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645920"/>
            <a:ext cx="4114800" cy="4572000"/>
          </a:xfrm>
          <a:prstGeom prst="rect">
            <a:avLst/>
          </a:prstGeom>
          <a:noFill/>
        </p:spPr>
        <p:txBody>
          <a:bodyPr wrap="none" lIns="73152" tIns="54864">
            <a:spAutoFit/>
          </a:bodyPr>
          <a:lstStyle/>
          <a:p>
            <a:pPr>
              <a:defRPr sz="1800" b="1">
                <a:solidFill>
                  <a:srgbClr val="00468C"/>
                </a:solidFill>
              </a:defRPr>
            </a:pPr>
            <a:r>
              <a:t>Process Flow &amp; Components</a:t>
            </a:r>
          </a:p>
          <a:p>
            <a:pPr lvl="1">
              <a:defRPr sz="1200"/>
            </a:pPr>
            <a:r>
              <a:t>• Process Flow: Ingest → Transcribe → Intent → Services → ML → Response</a:t>
            </a:r>
          </a:p>
          <a:p>
            <a:pPr lvl="1">
              <a:defRPr sz="1200"/>
            </a:pPr>
            <a:r>
              <a:t>• Interface: Multi‑channel ingress (voice, SMS, web)</a:t>
            </a:r>
          </a:p>
          <a:p>
            <a:pPr lvl="1">
              <a:defRPr sz="1200"/>
            </a:pPr>
            <a:r>
              <a:t>• Orchestration: Session and context manager, gateways</a:t>
            </a:r>
          </a:p>
          <a:p>
            <a:pPr lvl="1">
              <a:defRPr sz="1200"/>
            </a:pPr>
            <a:r>
              <a:t>• Domain Services: marketplace, auction, user profiles</a:t>
            </a:r>
          </a:p>
          <a:p>
            <a:pPr lvl="1">
              <a:defRPr sz="1200"/>
            </a:pPr>
            <a:r>
              <a:t>• Prediction Engine: crop/yield forecasts and recommendations</a:t>
            </a:r>
          </a:p>
          <a:p>
            <a:pPr lvl="1">
              <a:defRPr sz="1200"/>
            </a:pPr>
            <a:r>
              <a:t>• Event Bus &amp; Workers: notifications, async tasks</a:t>
            </a:r>
          </a:p>
          <a:p>
            <a:pPr lvl="1">
              <a:defRPr sz="1200"/>
            </a:pPr>
            <a:r>
              <a:t>• Monitoring &amp; Security: observability, auth, backups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Demo story: farmer calls → system transcribes → predicts &amp; replies by voice, updates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